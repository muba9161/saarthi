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70D18"/>
          </a:solidFill>
          <a:ln>
            <a:solidFill>
              <a:srgbClr val="07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05156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5F8FC"/>
                </a:solidFill>
              </a:defRPr>
            </a:pPr>
            <a:r>
              <a:t>SAARTHI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577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2ACCA6"/>
                </a:solidFill>
              </a:defRPr>
            </a:pPr>
            <a:r>
              <a:t>The operating system</a:t>
            </a:r>
            <a:br/>
            <a:r>
              <a:t>for the trucking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0332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</a:defRPr>
            </a:pPr>
            <a:r>
              <a:t>Fleet management • marketplace • documents • live tracking • safety •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57200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4B4C9"/>
                </a:solidFill>
              </a:defRPr>
            </a:pPr>
            <a:r>
              <a:t>A local-first product designed to scale into a production-grade logistics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893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AB4D"/>
                </a:solidFill>
              </a:defRPr>
            </a:pPr>
            <a:r>
              <a:t>PRODUCT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01 /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One connected ecosystem — not another truck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Saarthi connects the people, vehicles, orders and decisions around every trip.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331720"/>
            <a:ext cx="2788920" cy="1234440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2542032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ACCA6"/>
                </a:solidFill>
              </a:defRPr>
            </a:pPr>
            <a:r>
              <a:t>SAARTHI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990088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A4B4C9"/>
                </a:solidFill>
              </a:defRPr>
            </a:pPr>
            <a:r>
              <a:t>Shared operational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15468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TRUCK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59152"/>
            <a:ext cx="28254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Fleet, drivers, trips, documents, cost &amp;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15468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96596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AB4D"/>
                </a:solidFill>
              </a:defRPr>
            </a:pPr>
            <a: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2359152"/>
            <a:ext cx="28254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Post demand, compare transport, track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15468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2336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CCA6"/>
                </a:solidFill>
              </a:defRPr>
            </a:pPr>
            <a:r>
              <a:t>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16552"/>
            <a:ext cx="28254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Trips, score, nearby services, safety &amp; SOS.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886200"/>
            <a:ext cx="315468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4023360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SUPPLIER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4416552"/>
            <a:ext cx="282549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Materials, pricing, orders &amp; transport.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0624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A4B4C9"/>
                </a:solidFill>
              </a:defRPr>
            </a:pPr>
            <a:r>
              <a:t>ADMIN /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57200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</a:defRPr>
            </a:pPr>
            <a:r>
              <a:t>Verification • Audit • SOS oversight • subscriptions • platform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02 / 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A customer can post what they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Saarthi turns a requirement into a trackable transport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664208" cy="306324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871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71800"/>
            <a:ext cx="1371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4B4C9"/>
                </a:solidFill>
              </a:defRPr>
            </a:pPr>
            <a:r>
              <a:t>Material, quantity, pickup, destination, capacity, timing.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74519"/>
            <a:ext cx="1664208" cy="306324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4871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971800"/>
            <a:ext cx="1371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4B4C9"/>
                </a:solidFill>
              </a:defRPr>
            </a:pPr>
            <a:r>
              <a:t>Suppliers + suitable available trucks.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74519"/>
            <a:ext cx="1664208" cy="306324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871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71800"/>
            <a:ext cx="1371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4B4C9"/>
                </a:solidFill>
              </a:defRPr>
            </a:pPr>
            <a:r>
              <a:t>Price, ETA, capacity, verification, driver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874519"/>
            <a:ext cx="1664208" cy="306324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4871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971800"/>
            <a:ext cx="1371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4B4C9"/>
                </a:solidFill>
              </a:defRPr>
            </a:pPr>
            <a:r>
              <a:t>Create order and assign transport.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6" y="1874519"/>
            <a:ext cx="1664208" cy="306324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4871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971800"/>
            <a:ext cx="1371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4B4C9"/>
                </a:solidFill>
              </a:defRPr>
            </a:pPr>
            <a:r>
              <a:t>Live location, route, ETA and status.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68128" y="1874519"/>
            <a:ext cx="1664208" cy="306324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05288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288" y="248716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8" y="2971800"/>
            <a:ext cx="1371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4B4C9"/>
                </a:solidFill>
              </a:defRPr>
            </a:pPr>
            <a:r>
              <a:t>Proof, completion, history and rating.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30352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AB4D"/>
                </a:solidFill>
              </a:defRPr>
            </a:pPr>
            <a:r>
              <a:t>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23036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</a:defRPr>
            </a:pPr>
            <a:r>
              <a:t>“Need 20 tons of sand from supplier A → construction site → today.”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03 / FLEET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Know what is happening across the entire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One screen for live movement, exceptions, documents and business performance.</a:t>
            </a:r>
          </a:p>
        </p:txBody>
      </p:sp>
      <p:pic>
        <p:nvPicPr>
          <p:cNvPr id="5" name="Picture 4" descr="fle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64208"/>
            <a:ext cx="56235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691640"/>
            <a:ext cx="4937760" cy="42519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LIVE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659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Available • active • idle • maintenance •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TRIPS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69748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Orders • assignments • loading • delays •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2900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42900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Verification • expiry • versions •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1605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Drivers • utilization • revenue •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8920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AI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89204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What needs action today — and 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04 / LIVE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Every truck becomes a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2D by default. 3D for premium tiers. The same tracking pipeline works locally and in production.</a:t>
            </a:r>
          </a:p>
        </p:txBody>
      </p:sp>
      <p:pic>
        <p:nvPicPr>
          <p:cNvPr id="5" name="Picture 4" descr="dashboard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25146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78308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CCA6"/>
                </a:solidFill>
              </a:defRPr>
            </a:pPr>
            <a: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176272"/>
            <a:ext cx="2185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Position • speed • heading • 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78308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2176272"/>
            <a:ext cx="2185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Stops • deviation •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00400"/>
            <a:ext cx="25146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333756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AB4D"/>
                </a:solidFill>
              </a:defRPr>
            </a:pPr>
            <a:r>
              <a:t>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3730752"/>
            <a:ext cx="2185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Review the complete trip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3200400"/>
            <a:ext cx="25146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3337560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CCA6"/>
                </a:solidFill>
              </a:defRPr>
            </a:pPr>
            <a:r>
              <a:t>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3730752"/>
            <a:ext cx="2185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Premium digital fleet 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800600"/>
            <a:ext cx="5212080" cy="914400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501091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AB4D"/>
                </a:solidFill>
              </a:defRPr>
            </a:pPr>
            <a:r>
              <a:t>Future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919472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Real GPS devices plug into the same normalized tracking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05 / DRIVER SAFETY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A driver should never feel alone on the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Saarthi combines practical road support with an in-network emergency response layer.</a:t>
            </a:r>
          </a:p>
        </p:txBody>
      </p:sp>
      <p:pic>
        <p:nvPicPr>
          <p:cNvPr id="5" name="Picture 4" descr="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08760"/>
            <a:ext cx="475488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600200"/>
            <a:ext cx="5669280" cy="44805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5212080" cy="8229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65960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NEARBY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59152"/>
            <a:ext cx="4882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</a:defRPr>
            </a:pPr>
            <a:r>
              <a:t>Fuel • dhaba • workshop • tyre shop • hospital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5212080" cy="8229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953512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88FFF"/>
                </a:solidFill>
              </a:defRPr>
            </a:pPr>
            <a:r>
              <a:t>NEARBY SAARTHI TRUCKS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4882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</a:defRPr>
            </a:pPr>
            <a:r>
              <a:t>Find eligible nearby trucks for assistance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03904"/>
            <a:ext cx="5212080" cy="8229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941064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45C5C"/>
                </a:solidFill>
              </a:defRPr>
            </a:pPr>
            <a:r>
              <a:t>ONE-TAP 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4334256"/>
            <a:ext cx="4882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</a:defRPr>
            </a:pPr>
            <a:r>
              <a:t>Medical • accident • breakdown • fuel • 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91456"/>
            <a:ext cx="5212080" cy="8229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928616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AB4D"/>
                </a:solidFill>
              </a:defRPr>
            </a:pPr>
            <a:r>
              <a:t>RESPONSE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5321808"/>
            <a:ext cx="4882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</a:defRPr>
            </a:pPr>
            <a:r>
              <a:t>Broadcast → acknowledge → help assigned → arrived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06 / TRUST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A digital document vault for every participant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Verification and document expiry become operational workflows instead of paperwork.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CCA6"/>
                </a:solidFill>
              </a:defRPr>
            </a:pPr>
            <a:r>
              <a:t>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21992"/>
            <a:ext cx="30998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Licence • identity • supporting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69164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TRUCK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21992"/>
            <a:ext cx="30998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RC • insurance • fitness • permits • PUC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69164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AB4D"/>
                </a:solidFill>
              </a:defRPr>
            </a:pPr>
            <a:r>
              <a:t>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21992"/>
            <a:ext cx="30998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Business verification • supporting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0332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CCA6"/>
                </a:solidFill>
              </a:defRPr>
            </a:pPr>
            <a: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96511"/>
            <a:ext cx="30998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Identity/business records where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6616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0332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ORDER / 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1"/>
            <a:ext cx="30998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Delivery, invoice and operational documents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356616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70332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AB4D"/>
                </a:solidFill>
              </a:defRPr>
            </a:pPr>
            <a: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96511"/>
            <a:ext cx="30998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Versions • approvals • rejection reasons •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623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AB4D"/>
                </a:solidFill>
              </a:defRPr>
            </a:pPr>
            <a:r>
              <a:t>Expiry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5595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7 / 15 / 30-day configurable alerts • expired • expiring • verified • 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07 / DRIVER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Performance becomes a professional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Transparent scoring rewards reliability, safety and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743200" cy="4297680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800" b="1">
                <a:solidFill>
                  <a:srgbClr val="2ACCA6"/>
                </a:solidFill>
              </a:defRPr>
            </a:pPr>
            <a: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A4B4C9"/>
                </a:solidFill>
              </a:defRPr>
            </a:pPr>
            <a:r>
              <a:t>DRIVER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5F8FC"/>
                </a:solidFill>
              </a:defRPr>
            </a:pPr>
            <a:r>
              <a:t>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65760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ACCA6"/>
                </a:solidFill>
              </a:defRPr>
            </a:pPr>
            <a:r>
              <a:t>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5F8FC"/>
                </a:solidFill>
              </a:defRPr>
            </a:pPr>
            <a: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09651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ACCA6"/>
                </a:solidFill>
              </a:defRPr>
            </a:pPr>
            <a:r>
              <a:t>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35424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5F8FC"/>
                </a:solidFill>
              </a:defRPr>
            </a:pPr>
            <a:r>
              <a:t>Timeliness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535424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ACCA6"/>
                </a:solidFill>
              </a:defRPr>
            </a:pPr>
            <a: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7433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5F8FC"/>
                </a:solidFill>
              </a:defRPr>
            </a:pPr>
            <a: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97433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ACCA6"/>
                </a:solidFill>
              </a:defRPr>
            </a:pPr>
            <a:r>
              <a:t>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645920"/>
            <a:ext cx="7406640" cy="19659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90195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AB4D"/>
                </a:solidFill>
              </a:defRPr>
            </a:pPr>
            <a:r>
              <a:t>WHAT CREATES THE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331720"/>
            <a:ext cx="6629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On-time trips  •  safety indicators  •  route compliance  •  documents  •  ratings  •  vehicle 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886200"/>
            <a:ext cx="7406640" cy="20574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41605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CAREER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57200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Achievements can unlock recognition, visibility, training and future benefits.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523036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4C9"/>
                </a:solidFill>
              </a:defRPr>
            </a:pPr>
            <a:r>
              <a:t>Safe Driver   •   100 Trips   •   Zero Incident Streak   •   Emergency Helper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08 /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From dashboards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AI sits on top of trusted Saarthi data and explains what deserves attention.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423160"/>
            <a:ext cx="2743200" cy="1188720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57860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2ACCA6"/>
                </a:solidFill>
              </a:defRPr>
            </a:pPr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0906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FLEET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24612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28800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21992"/>
            <a:ext cx="291693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“Which trucks need attention today?”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324612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77640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AB4D"/>
                </a:solidFill>
              </a:defRPr>
            </a:pPr>
            <a:r>
              <a:t>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370832"/>
            <a:ext cx="291693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Best truck/driver for this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24612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828800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ACCA6"/>
                </a:solidFill>
              </a:defRPr>
            </a:pPr>
            <a: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221992"/>
            <a:ext cx="291693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Maintenance and operational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840480"/>
            <a:ext cx="3246120" cy="141732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977640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88FFF"/>
                </a:solidFill>
              </a:defRPr>
            </a:pPr>
            <a: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4370832"/>
            <a:ext cx="291693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Why did revenue or fuel cost change?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440680"/>
            <a:ext cx="5806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A4B4C9"/>
                </a:solidFill>
              </a:defRPr>
            </a:pPr>
            <a:r>
              <a:t>AI is an enhancement layer — core fleet operations remain fully functional without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09 / SUPPLIER + MATERIAL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Connect demand, supply and transport in one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Saarthi can become the shared operating layer between customers, material suppliers and fleets.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6002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ACCA6"/>
                </a:solidFill>
              </a:defRPr>
            </a:pPr>
            <a:r>
              <a:t>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76272"/>
            <a:ext cx="309981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Sand • aggregate • gravel • bricks • configurable materials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645920"/>
            <a:ext cx="3429000" cy="16002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88FFF"/>
                </a:solidFill>
              </a:defRPr>
            </a:pPr>
            <a:r>
              <a:t>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76272"/>
            <a:ext cx="309981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Quantity • unit • price •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645920"/>
            <a:ext cx="3429000" cy="16002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AB4D"/>
                </a:solidFill>
              </a:defRPr>
            </a:pPr>
            <a: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76272"/>
            <a:ext cx="309981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Required capacity • pickup • destination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3429000" cy="16002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0332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ACCA6"/>
                </a:solidFill>
              </a:defRPr>
            </a:pPr>
            <a: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96512"/>
            <a:ext cx="309981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Requested → confirmed → assigned → 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66160"/>
            <a:ext cx="3429000" cy="16002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0332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88FFF"/>
                </a:solidFill>
              </a:defRPr>
            </a:pPr>
            <a:r>
              <a:t>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309981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Supplier sees delivery progress and truck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3566160"/>
            <a:ext cx="3429000" cy="160020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703320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AB4D"/>
                </a:solidFill>
              </a:defRPr>
            </a:pPr>
            <a:r>
              <a:t>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96512"/>
            <a:ext cx="309981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5F8FC"/>
                </a:solidFill>
              </a:defRPr>
            </a:pPr>
            <a:r>
              <a:t>Completed orders • documents •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10 /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A clear upgrade path from visibility to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Feature entitlements are enforced by the backend, not just hidden in the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60320" cy="3611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7451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ACCA6"/>
                </a:solidFill>
              </a:defRPr>
            </a:pPr>
            <a: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67712"/>
            <a:ext cx="223113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8FC"/>
                </a:solidFill>
              </a:defRPr>
            </a:pPr>
            <a:r>
              <a:t>2D maps</a:t>
            </a:r>
            <a:br/>
            <a:r>
              <a:t>Fleet + drivers</a:t>
            </a:r>
            <a:br/>
            <a:r>
              <a:t>Documents</a:t>
            </a:r>
            <a:br/>
            <a:r>
              <a:t>Trips + orders</a:t>
            </a:r>
            <a:br/>
            <a:r>
              <a:t>Basic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737360"/>
            <a:ext cx="2560320" cy="3611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88FFF"/>
                </a:solidFill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67712"/>
            <a:ext cx="223113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8FC"/>
                </a:solidFill>
              </a:defRPr>
            </a:pPr>
            <a:r>
              <a:t>Everything in Basic</a:t>
            </a:r>
            <a:br/>
            <a:r>
              <a:t>3D maps</a:t>
            </a:r>
            <a:br/>
            <a:r>
              <a:t>Driver scoring</a:t>
            </a:r>
            <a:br/>
            <a:r>
              <a:t>Advanced analytics</a:t>
            </a:r>
            <a:br/>
            <a:r>
              <a:t>Smart alerts</a:t>
            </a:r>
            <a:br/>
            <a:r>
              <a:t>Maintenance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737360"/>
            <a:ext cx="2560320" cy="3611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7451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AB4D"/>
                </a:solidFill>
              </a:defRPr>
            </a:pPr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67712"/>
            <a:ext cx="223113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8FC"/>
                </a:solidFill>
              </a:defRPr>
            </a:pPr>
            <a:r>
              <a:t>Everything in Pro</a:t>
            </a:r>
            <a:br/>
            <a:r>
              <a:t>AI Copilot</a:t>
            </a:r>
            <a:br/>
            <a:r>
              <a:t>Predictions</a:t>
            </a:r>
            <a:br/>
            <a:r>
              <a:t>AI recommendations</a:t>
            </a:r>
            <a:br/>
            <a:r>
              <a:t>Business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737360"/>
            <a:ext cx="2560320" cy="36118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5" y="1874519"/>
            <a:ext cx="2231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8FC"/>
                </a:solidFill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5" y="2267712"/>
            <a:ext cx="2231136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8FC"/>
                </a:solidFill>
              </a:defRPr>
            </a:pPr>
            <a:r>
              <a:t>Custom pricing</a:t>
            </a:r>
            <a:br/>
            <a:r>
              <a:t>Large fleets</a:t>
            </a:r>
            <a:br/>
            <a:r>
              <a:t>APIs</a:t>
            </a:r>
            <a:br/>
            <a:r>
              <a:t>SSO</a:t>
            </a:r>
            <a:br/>
            <a:r>
              <a:t>Advanced permissions</a:t>
            </a:r>
            <a:br/>
            <a:r>
              <a:t>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1500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t>The commercial story is simple: start with control → upgrade for intelligence → scale for enterprise.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11 / LOCAL-FIRST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The local version must be fully functional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No disposable prototype. Real database, APIs, workflows and a realistic GPS simulator.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1168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574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CCA6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200400"/>
            <a:ext cx="1645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4C9"/>
                </a:solidFill>
              </a:defRPr>
            </a:pPr>
            <a:r>
              <a:t>React + TS</a:t>
            </a:r>
            <a:br/>
            <a:r>
              <a:t>Node + TS</a:t>
            </a:r>
            <a:br/>
            <a: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9718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28800"/>
            <a:ext cx="201168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0574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CCA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200400"/>
            <a:ext cx="1645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4C9"/>
                </a:solidFill>
              </a:defRPr>
            </a:pPr>
            <a:r>
              <a:t>Users • trucks</a:t>
            </a:r>
            <a:br/>
            <a:r>
              <a:t>orders • trips</a:t>
            </a:r>
            <a:br/>
            <a:r>
              <a:t>suppliers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9718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1828800"/>
            <a:ext cx="201168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0574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CCA6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6517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SIMULATE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3200400"/>
            <a:ext cx="1645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4C9"/>
                </a:solidFill>
              </a:defRPr>
            </a:pPr>
            <a:r>
              <a:t>Mock GPS</a:t>
            </a:r>
            <a:br/>
            <a:r>
              <a:t>movement</a:t>
            </a:r>
            <a:br/>
            <a:r>
              <a:t>speed +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9718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4" y="1828800"/>
            <a:ext cx="201168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1816" y="20574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CCA6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6" y="26517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3200400"/>
            <a:ext cx="1645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4C9"/>
                </a:solidFill>
              </a:defRPr>
            </a:pPr>
            <a:r>
              <a:t>Live map</a:t>
            </a:r>
            <a:br/>
            <a:r>
              <a:t>ETA • status</a:t>
            </a:r>
            <a:br/>
            <a:r>
              <a:t>trip replay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97180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1512" y="1828800"/>
            <a:ext cx="201168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76104" y="205740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CCA6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6517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</a:defRPr>
            </a:pPr>
            <a: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3200400"/>
            <a:ext cx="1645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4B4C9"/>
                </a:solidFill>
              </a:defRPr>
            </a:pPr>
            <a:r>
              <a:t>SOS • nearby</a:t>
            </a:r>
            <a:br/>
            <a:r>
              <a:t>score • analytics</a:t>
            </a:r>
            <a:br/>
            <a:r>
              <a:t>AI-ready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12 / 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Mock today. Replace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The architecture isolates external providers so production does not require a rewrite.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10287000" cy="603504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190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REACT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0078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Web dashboards • driver experience • customer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287000" cy="603504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23744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NODE.JS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05456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Auth • RBAC • fleet • orders • trips • documents • SOS •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82112"/>
            <a:ext cx="10287000" cy="603504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28416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10128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Users • trucks • drivers • orders • trips • documents •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86784"/>
            <a:ext cx="10287000" cy="603504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3308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REALTIME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WebSockets • fleet updates • trip updates • SOS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91456"/>
            <a:ext cx="10287000" cy="603504"/>
          </a:xfrm>
          <a:prstGeom prst="roundRect">
            <a:avLst/>
          </a:prstGeom>
          <a:solidFill>
            <a:srgbClr val="16243A"/>
          </a:solidFill>
          <a:ln>
            <a:solidFill>
              <a:srgbClr val="16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9377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CCA6"/>
                </a:solidFill>
              </a:defRPr>
            </a:pPr>
            <a:r>
              <a:t>PROVIDER ABSTRACTIONS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919472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5F8FC"/>
                </a:solidFill>
              </a:defRPr>
            </a:pPr>
            <a:r>
              <a:t>GPS • maps • storage • notifications • payments •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CCA6"/>
                </a:solidFill>
              </a:defRPr>
            </a:pPr>
            <a:r>
              <a:t>13 / PRODUCTION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</a:defRPr>
            </a:pPr>
            <a:r>
              <a:t>From local machine to real-world fleet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4C9"/>
                </a:solidFill>
              </a:defRPr>
            </a:pPr>
            <a:r>
              <a:t>Production replaces infrastructure and integrations — the core Saarthi workflows stay intact.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64208"/>
            <a:ext cx="3429000" cy="15087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B4C9"/>
                </a:solidFill>
              </a:defRPr>
            </a:pPr>
            <a:r>
              <a:t>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Mock GPS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36" y="21579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7" y="21945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Real GPS devices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664208"/>
            <a:ext cx="3429000" cy="15087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B4C9"/>
                </a:solidFill>
              </a:defRPr>
            </a:pPr>
            <a: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21579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945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Managed 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664208"/>
            <a:ext cx="3429000" cy="15087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B4C9"/>
                </a:solidFill>
              </a:defRPr>
            </a:pPr>
            <a:r>
              <a:t>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Local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0656" y="21579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2408" y="21945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Object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93008"/>
            <a:ext cx="3429000" cy="15087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65760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B4C9"/>
                </a:solidFill>
              </a:defRPr>
            </a:pPr>
            <a: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0233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Mock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39867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2887" y="40233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Email / SMS / Push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8" y="3493008"/>
            <a:ext cx="3429000" cy="15087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65760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B4C9"/>
                </a:solidFill>
              </a:defRPr>
            </a:pPr>
            <a:r>
              <a:t>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233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Mock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39867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0233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Production gateway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7888" y="3493008"/>
            <a:ext cx="3429000" cy="1508760"/>
          </a:xfrm>
          <a:prstGeom prst="roundRect">
            <a:avLst/>
          </a:prstGeom>
          <a:solidFill>
            <a:srgbClr val="101B2D"/>
          </a:solidFill>
          <a:ln>
            <a:solidFill>
              <a:srgbClr val="10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65760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4B4C9"/>
                </a:solidFill>
              </a:defRPr>
            </a:pPr>
            <a:r>
              <a:t>LOCAL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233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Development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39867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AB4D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4023360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CCA6"/>
                </a:solidFill>
              </a:defRPr>
            </a:pPr>
            <a:r>
              <a:t>Production AI provider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57784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4B4C9"/>
                </a:solidFill>
              </a:defRPr>
            </a:pPr>
            <a:r>
              <a:t>Production checklist: security • backups • monitoring • HTTPS • tenant isolation • integrations • smoke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rol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70D18"/>
          </a:solidFill>
          <a:ln>
            <a:solidFill>
              <a:srgbClr val="07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5F8FC"/>
                </a:solidFill>
              </a:defRPr>
            </a:pPr>
            <a:r>
              <a:t>SAARTHI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20240"/>
            <a:ext cx="5394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2ACCA6"/>
                </a:solidFill>
              </a:defRPr>
            </a:pPr>
            <a:r>
              <a:t>Know your fleet.</a:t>
            </a:r>
            <a:br/>
            <a:r>
              <a:t>Support your drivers.</a:t>
            </a:r>
            <a:br/>
            <a:r>
              <a:t>Move smarter.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160520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</a:defRPr>
            </a:pPr>
            <a:r>
              <a:t>A connected logistics operating system built for the road — from local demonstration to production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44068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AB4D"/>
                </a:solidFill>
              </a:defRPr>
            </a:pPr>
            <a:r>
              <a:t>FLEET  •  MARKETPLACE  •  SAFETY  •  DOCUMENTS  •  TRACKING  • 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6080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4B4C9"/>
                </a:solidFill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4B4C9"/>
                </a:solidFill>
              </a:defRPr>
            </a:pPr>
            <a:r>
              <a:t>SAARTHI  /  PRODUCT VISION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